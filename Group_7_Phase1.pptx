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Semi-Bold" charset="1" panose="00000700000000000000"/>
      <p:regular r:id="rId12"/>
    </p:embeddedFont>
    <p:embeddedFont>
      <p:font typeface="HK Grotesk" charset="1" panose="00000500000000000000"/>
      <p:regular r:id="rId13"/>
    </p:embeddedFont>
    <p:embeddedFont>
      <p:font typeface="Noto Serif Display ExtraCondensed Light" charset="1" panose="02020406080505020204"/>
      <p:regular r:id="rId14"/>
    </p:embeddedFont>
    <p:embeddedFont>
      <p:font typeface="HK Grotesk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Formula 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4050030"/>
            <a:ext cx="8044426" cy="5513070"/>
            <a:chOff x="0" y="0"/>
            <a:chExt cx="10725902" cy="73507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233160"/>
              <a:ext cx="91821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ISTE 240 – Web and Mobile, Spring 2026, Group 7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6700"/>
              <a:ext cx="10725902" cy="5097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400"/>
                </a:lnSpc>
              </a:pPr>
              <a:r>
                <a:rPr lang="en-US" sz="14400" spc="-288">
                  <a:solidFill>
                    <a:srgbClr val="F0F0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Stats Explorer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B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19575"/>
            <a:ext cx="169545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Formula 1 statistics and race data are spread ac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oss many d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ff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ent websites,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making it difficul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for f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an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 to quickly fin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rel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able 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 or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anized information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05450"/>
            <a:ext cx="165925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Fans want a simpl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centr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lized platfor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where they can view driver st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an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ings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race results, and team performance in one place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791325"/>
            <a:ext cx="165925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Our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ppli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ation solv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this by storing structur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 Formula 1 data in a databa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 and presenting it thro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u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gh 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ean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ables and dashboard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0F0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Project Idea &amp; Problem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Intuitive Formula 1 Sta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tistics Platform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8077200"/>
            <a:ext cx="165925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The system fo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us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on clarity,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 of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u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se, and fast navigation rather than comp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ex analy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B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72075"/>
            <a:ext cx="4010025" cy="3048000"/>
            <a:chOff x="0" y="0"/>
            <a:chExt cx="5346700" cy="4064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Driver Standings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Users can easily view current driver standings, helping them track performance and understand the competitive landscape of Formula 1 racing throughout the season.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72075"/>
            <a:ext cx="4010025" cy="3429000"/>
            <a:chOff x="0" y="0"/>
            <a:chExt cx="5346700" cy="4572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Team Rankings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platform provides comprehensive team rankings, allowing users to analyze team performance and strategies as they compete for the championship title across various races.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400425"/>
            <a:chOff x="0" y="0"/>
            <a:chExt cx="5346700" cy="45339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Race Results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Users can browse through detailed race results by season, offering insights into race outcomes, driver performances, and historical data to enhance the overall viewing experience.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0F0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Core Features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Wha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 Platform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Offers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1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333750"/>
            <a:chOff x="0" y="0"/>
            <a:chExt cx="5346700" cy="4445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Frontend Stack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frontend utilizes </a:t>
              </a:r>
              <a:r>
                <a:rPr lang="en-US" b="true" sz="2250" strike="noStrike" u="none">
                  <a:solidFill>
                    <a:srgbClr val="F0F0F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HTML, CSS, and JavaScript</a:t>
              </a:r>
              <a:r>
                <a:rPr lang="en-US" sz="225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combined with Bootstrap to create a responsive user interface. This ensures optimal accessibility across various devices while maintaining a clean aesthetic.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362325"/>
            <a:chOff x="0" y="0"/>
            <a:chExt cx="5346700" cy="4483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Backend Framework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robust backend is powered by </a:t>
              </a:r>
              <a:r>
                <a:rPr lang="en-US" b="true" sz="2250" strike="noStrike" u="none">
                  <a:solidFill>
                    <a:srgbClr val="F0F0F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Java Spring Boot</a:t>
              </a:r>
              <a:r>
                <a:rPr lang="en-US" sz="225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implementing REST APIs and MVC architecture, ensuring efficient data management and seamless interactions between the frontend and backend systems.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72075"/>
            <a:ext cx="4010025" cy="3333750"/>
            <a:chOff x="0" y="0"/>
            <a:chExt cx="5346700" cy="4445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Database Management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Data is managed using </a:t>
              </a:r>
              <a:r>
                <a:rPr lang="en-US" b="true" sz="2250" strike="noStrike" u="none">
                  <a:solidFill>
                    <a:srgbClr val="F0F0F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MySQL</a:t>
              </a:r>
              <a:r>
                <a:rPr lang="en-US" sz="2250" strike="noStrike" u="none">
                  <a:solidFill>
                    <a:srgbClr val="F0F0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with JPA/Hibernate for efficient database operations. This setup facilitates structured data handling, enhancing the application's performance and scalability for future expansions.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0F0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Technologies &amp; Design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Components and Approach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1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07323"/>
            <a:ext cx="169545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The inte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face will use a clea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mo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orsport-inspir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 color scheme 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nd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layout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 m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h the Formula 1 theme while maintaining strong readability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490996"/>
            <a:ext cx="165925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 dashbo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rd-style homepage will provide users with qui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ck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acc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ss to sta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nd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ings,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ra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ce results, and k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y statistics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ith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ut ove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whelming the screen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776871"/>
            <a:ext cx="165925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The website will be fully responsive, ensuring smooth usability across desktop, tablet, and mobile devices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0F0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UI/UX Design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Us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rface &amp;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Experie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ce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ra</a:t>
              </a:r>
              <a:r>
                <a:rPr lang="en-US" b="true" sz="2799" strike="noStrike" u="non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tegy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8062746"/>
            <a:ext cx="165925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Nav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ion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will be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simp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 and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onsi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with cl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sect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ve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am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s,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and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Dashboard to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mi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nimiz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us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 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onfu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</a:t>
            </a:r>
            <a:r>
              <a:rPr lang="en-US" b="true" sz="2799" strike="noStrike" u="non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B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29175" y="3489960"/>
            <a:ext cx="8629650" cy="3307080"/>
            <a:chOff x="0" y="0"/>
            <a:chExt cx="11506200" cy="44094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850640"/>
              <a:ext cx="115062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Any Questions?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66700"/>
              <a:ext cx="11506200" cy="265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400"/>
                </a:lnSpc>
                <a:spcBef>
                  <a:spcPct val="0"/>
                </a:spcBef>
              </a:pPr>
              <a:r>
                <a:rPr lang="en-US" sz="14400" spc="-288">
                  <a:solidFill>
                    <a:srgbClr val="F0F0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You!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Stats Explorer</dc:description>
  <dc:identifier>DAHARBrMkek</dc:identifier>
  <dcterms:modified xsi:type="dcterms:W3CDTF">2011-08-01T06:04:30Z</dcterms:modified>
  <cp:revision>1</cp:revision>
  <dc:title>Presentation - Stats Explorer</dc:title>
</cp:coreProperties>
</file>